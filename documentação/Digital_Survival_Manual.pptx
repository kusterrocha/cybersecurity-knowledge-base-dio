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FBFCF-FCC5-9730-CF21-3101CCCA0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73676-8FC6-5EB4-C83F-053EDB0CE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E117F4-C34B-5FBA-B040-AE42D8ECA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B814B2-EF6C-6B4D-267F-20DE4666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632896-C211-0248-1B69-49C1C0ED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4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0B9CC-B723-E4F4-EF18-D3C6050E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8EEC46-143D-4EB9-97F4-BE356E71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919BB5-8921-CEDB-7224-8F5A77F9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5CD865-F03A-091D-D47D-EB70530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6EE241-BD2F-7C5F-943A-FFA468BE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8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85B56-9316-11BB-BF74-F14886CE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EB6746-D031-E046-E59B-F3BF382DC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8BBE89-728C-8444-8DDF-A5BD1FAD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53D4D-1A5F-17AB-4A5F-620D3BA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461A89-3AFC-802E-FDF8-D34458EF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7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9328A-5024-BAA9-B80C-78FD2904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6295E4-05EB-D566-E1A4-F8A76DE75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CD31FD-3B6A-FC52-8C6D-7FFD6D7D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3D1E2E-DD6D-E2B8-FEF9-64AD89BD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C63882-590E-0674-F366-F03CD1F5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4C0C70-4F53-B30E-11BF-05F36384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20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39694-742A-4E5B-32A1-7FBD9B39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D99F2C-E73C-8A73-B63D-A97BA1593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A87E10-26D8-8BF4-445A-655AE27C4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2B8144-4664-472E-D4DC-A731E9E2F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702513-8BCD-63DF-05C5-6486CF804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3ADA5B-1F60-5909-8955-E47AD317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2FBD9E-A75F-4687-220D-00D7E43E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3E6B7D-CE82-D6A1-EAAF-AB18B98E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62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B4890-A082-192F-FD37-F6D06F58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FCB0F4-85FD-56CF-E594-8B78B5D8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FFBB55-711C-68DC-4AEB-55CA4BD6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7E89AA-F999-4D8F-D15F-1FBEC42A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66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5AD934A-499E-4819-1CA7-7F04FF2E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DFDCCF6-002C-D053-0411-E7416EB8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4812DB-4B93-DF4E-1ACC-67DA0CC1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3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19C97-D734-C152-BA16-E27796AD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3E843-358A-FDA6-3895-F8AD59A1C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A52890-0348-E4FA-50ED-9D9A75078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DB2D05-9ACD-C1D0-AD93-2DF7B5AC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F528D3-E833-AD70-C57D-5E9D3CD6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DDD4C9-1317-B197-96D3-B80C6BD7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76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9DBE5-683E-2531-CE01-EE494553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F96287-D954-9A29-7C16-60C52A5D8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6A2A07-C3DF-5C58-94FF-3797B3D81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BFE9AB-7516-C4E4-E24B-337359BB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0E2105-500D-E23F-9F64-6ADBC62D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A3B4CA-0090-2065-0D87-F20A3DCE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87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3879F-06E0-F59E-498C-BAEC3127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DDC650-3CC2-6407-7464-7CFF069E8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D5A249-E0F6-3C4C-A5C1-C03BC651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88390-014A-64D9-944D-1B5D9636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D6CFA0-3B60-7156-6668-909358A9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01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02D808-BF72-19CC-780C-3B7414DE9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31910D-A327-C67A-7D8E-BDC685FAE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C9EAE2-D55C-0B7A-5948-8CC71CAF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CE8B17-C367-0D8E-AF82-90C0EDDB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C49BC2-2907-7984-E64F-12972B83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87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747C9FC-D0BB-D402-7821-23E4FF70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790E3D-105E-A60C-2DAF-A61DCC1F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5307EC-7D8E-F17F-3B74-EFBE61FDF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C7C59-2762-4AD8-B543-77FBD550BA9A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1228E6-A379-4FAF-91F1-E095A5A60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B0DD23-686F-8B9D-DF5A-BD78B6D02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41E26-F499-4F42-B137-56DA6EF8C7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49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2B2CA-D52C-5866-034F-5C661DFE1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AF52E6-53E1-E962-D657-87CED1EDF9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Diagrama, Esquemático">
            <a:extLst>
              <a:ext uri="{FF2B5EF4-FFF2-40B4-BE49-F238E27FC236}">
                <a16:creationId xmlns:a16="http://schemas.microsoft.com/office/drawing/2014/main" id="{FFD654EE-0185-1A6D-BB08-2706261E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6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881A33E5-9F89-9AF5-8F69-484528778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98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80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504718E-7321-D458-355C-1E487BD3C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 descr="Interface gráfica do usuário, Site">
            <a:extLst>
              <a:ext uri="{FF2B5EF4-FFF2-40B4-BE49-F238E27FC236}">
                <a16:creationId xmlns:a16="http://schemas.microsoft.com/office/drawing/2014/main" id="{5EA49D5F-986A-9246-7BE7-FEE89EA6E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1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71307FB-4108-DA96-5190-AF18B946D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44706D82-1C7E-7579-2ACA-D705BDE7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3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83BB0-B4E6-675F-DA43-5879E325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D994C1-DEF9-A369-7B5E-D350CF05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magem capturada de 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BBEDE240-B673-8214-08EC-89910306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4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8C2A5-A154-B9D5-D5EB-38A3771A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AA4B73-FB73-22DB-FE9B-B5DB6DA28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773B9156-8DAC-4415-1697-B9EF9222D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2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2EAC3-D89A-F70B-3758-3E9E7538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E724E9-ED87-14EE-D044-4D93AEB84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Tela de celular com foto de homem e texto">
            <a:extLst>
              <a:ext uri="{FF2B5EF4-FFF2-40B4-BE49-F238E27FC236}">
                <a16:creationId xmlns:a16="http://schemas.microsoft.com/office/drawing/2014/main" id="{B2FB2A57-250C-9D24-A561-CAD879CB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19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4D672-EBB4-88E5-BAB0-F3332859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AE8FE-F534-17F7-FEFE-0A8A1366D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D693EE68-F4AA-0A86-EB76-9BEECDFB7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4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26CA8-1768-4056-C1DD-E2E633A8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7566B1-8272-8B42-66E1-1D7A7634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Diagrama">
            <a:extLst>
              <a:ext uri="{FF2B5EF4-FFF2-40B4-BE49-F238E27FC236}">
                <a16:creationId xmlns:a16="http://schemas.microsoft.com/office/drawing/2014/main" id="{E1D9E61B-8CFC-7746-9214-AC233776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EEF3B-BC60-A39B-8DB0-B5A1831A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50758B-E8E8-0D76-5177-8399FADB5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CA6454E-84EB-D497-CFB2-A2A91117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62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38910-1BD7-F5CC-1316-38209E1B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53F75E-800C-8D10-0799-83E8A975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">
            <a:extLst>
              <a:ext uri="{FF2B5EF4-FFF2-40B4-BE49-F238E27FC236}">
                <a16:creationId xmlns:a16="http://schemas.microsoft.com/office/drawing/2014/main" id="{A8410B2A-BEA4-AC1E-C695-8CBAF57A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66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F284C5BA-DFAD-6D20-DFFA-77CB76271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0" r="21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4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9B9ED4B0-1405-F1C4-1AA9-6CC0F5378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41" r="397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6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Aplicativo">
            <a:extLst>
              <a:ext uri="{FF2B5EF4-FFF2-40B4-BE49-F238E27FC236}">
                <a16:creationId xmlns:a16="http://schemas.microsoft.com/office/drawing/2014/main" id="{033EEE31-8958-DE24-E27D-C9B91E19E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81" r="162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07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 branco sobre fundo preto&#10;&#10;O conteúdo gerado por IA pode estar incorreto.">
            <a:extLst>
              <a:ext uri="{FF2B5EF4-FFF2-40B4-BE49-F238E27FC236}">
                <a16:creationId xmlns:a16="http://schemas.microsoft.com/office/drawing/2014/main" id="{BC3E8CA3-36A8-9031-5B1D-3EE236E64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23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Kuster Almeida Da Rocha (COSEG)</dc:creator>
  <cp:lastModifiedBy>Kuster Almeida Da Rocha (COSEG)</cp:lastModifiedBy>
  <cp:revision>1</cp:revision>
  <dcterms:created xsi:type="dcterms:W3CDTF">2026-02-19T17:47:12Z</dcterms:created>
  <dcterms:modified xsi:type="dcterms:W3CDTF">2026-02-19T18:02:44Z</dcterms:modified>
</cp:coreProperties>
</file>